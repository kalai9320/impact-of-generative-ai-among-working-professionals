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ImpactofGenerativeAIUsageAmongWorkingProfessionalsintheServiceIndustry/ImpactofGenerativeAIUsageAmongWorkingProfessionalsintheServiceIndustry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A222170-D499-4F85-9897-E7AC85F7B97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Impact of Generative AI Usage Among Working Professionals in the Service Industry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BCA3B45-A99C-4853-B477-C7AF50FAB3F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2/1/2026 2:02:54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act of Generative AI Usage Among Working Professionals in the Service Industry2" id="2" name="slide2">
            <a:extLst>
              <a:ext uri="{FF2B5EF4-FFF2-40B4-BE49-F238E27FC236}">
                <a16:creationId xmlns:a16="http://schemas.microsoft.com/office/drawing/2014/main" id="{18AAA44F-7D7B-4EFC-9756-28EC6DC62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324"/>
            <a:ext cx="12192000" cy="49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act of Generative AI Usage Among Working Professionals in the Service Industry4" id="3" name="slide3">
            <a:extLst>
              <a:ext uri="{FF2B5EF4-FFF2-40B4-BE49-F238E27FC236}">
                <a16:creationId xmlns:a16="http://schemas.microsoft.com/office/drawing/2014/main" id="{396462DF-D0F5-4C89-A0E5-49A1449DF3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324"/>
            <a:ext cx="12192000" cy="49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act of Generative AI Usage Among Working Professionals in the Service Industry5" id="4" name="slide4">
            <a:extLst>
              <a:ext uri="{FF2B5EF4-FFF2-40B4-BE49-F238E27FC236}">
                <a16:creationId xmlns:a16="http://schemas.microsoft.com/office/drawing/2014/main" id="{E5D6E487-64BA-4195-9295-3DCF7941E3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324"/>
            <a:ext cx="12192000" cy="49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act of Generative AI Usage Among Working Professionals in the Service Industry7" id="5" name="slide5">
            <a:extLst>
              <a:ext uri="{FF2B5EF4-FFF2-40B4-BE49-F238E27FC236}">
                <a16:creationId xmlns:a16="http://schemas.microsoft.com/office/drawing/2014/main" id="{10FE13CA-D2C4-43E6-A838-3237BC638F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324"/>
            <a:ext cx="12192000" cy="49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2026-02-01T14:02:55Z</dcterms:created>
  <dcterms:modified xsi:type="dcterms:W3CDTF">2026-02-01T14:02:55Z</dcterms:modified>
</cp:coreProperties>
</file>